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基于扩散模型的轨迹规划与能量引导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MoT-DP Project Presentation</a:t>
            </a:r>
          </a:p>
          <a:p>
            <a:r>
              <a:t>解决 Anchor 与 GT 的 Gap 以及未来展望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Diffusion Drive 中 Anchor 与 GT 的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传统的 Diffusion Drive 严重依赖基于 Anchor 做截断扩散 (Truncated Diffusion)。</a:t>
            </a:r>
          </a:p>
          <a:p>
            <a:pPr lvl="1"/>
            <a:r>
              <a:t>核心痛点：预设的 Anchor 与实际 GT 轨迹之间存在固有的空间/语义 Gap。</a:t>
            </a:r>
          </a:p>
          <a:p>
            <a:pPr lvl="1"/>
            <a:r>
              <a:t>这种硬性的空间绑定限制了模型的探索能力，在偏离分布 (OOD) 时容易产生巨大误差。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数值记录支撑 (Ablation 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20624">
                <a:tc>
                  <a:txBody>
                    <a:bodyPr/>
                    <a:lstStyle/>
                    <a:p>
                      <a:r>
                        <a:t>实验配置 (模式)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多步 DDIM (L2)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1-step Denoise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t>DD Baseline Abs 默认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基线：依赖 Anchor 强大的残差兜底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t>Delta 纯差分 (脱离Anchor)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脱离限制后1步变强，但多步发散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t>Delta + 动态 BEV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动态采样仅挽回约 55% Gap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t>White Noise (Anchor-Free)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彻底解绑Anchor，多步推理稳定高精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结论：传统架构抛弃 Anchor 会导致多步崩溃。但纯 White Noise (Anchor-Free) 机制不仅摆脱了 Anchor 束缚，且多步去噪极其稳定 (~0.27)。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BridgeDrive (DDBM) 的解决思路及局限性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布朗桥扩散 (Brownian Bridge)：恢复前向和反向对称性。</a:t>
            </a:r>
          </a:p>
          <a:p>
            <a:pPr lvl="1"/>
            <a:r>
              <a:t>两头固定：将初始点从高斯噪声，换成从 GT(起点) 桥接至 K-Means Anchor(终点)。</a:t>
            </a:r>
          </a:p>
          <a:p>
            <a:pPr/>
            <a:r>
              <a:t>局限性剖析：</a:t>
            </a:r>
          </a:p>
          <a:p>
            <a:pPr lvl="1"/>
            <a:r>
              <a:t>1. 由于噪声被两端死死钉住，模型的自主探索能力极弱。</a:t>
            </a:r>
          </a:p>
          <a:p>
            <a:pPr lvl="1"/>
            <a:r>
              <a:t>2. 极其依赖分类网络：一旦 Anchor 被错选，Bridge 就会把车精准地送往错误的目的地。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我们的方案：Anchor-Free 能量引导扩散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动机：彻底解绑！回归真实分布探索。</a:t>
            </a:r>
          </a:p>
          <a:p>
            <a:pPr lvl="1"/>
            <a:r>
              <a:t>Anchor-Free 纯白噪声起步：不使用 Anchor 做物理截断，直接预测。</a:t>
            </a:r>
          </a:p>
          <a:p>
            <a:pPr/>
            <a:r>
              <a:t>Cross-Attention 先验柔性注入：</a:t>
            </a:r>
          </a:p>
          <a:p>
            <a:pPr lvl="1"/>
            <a:r>
              <a:t>抛弃起点的硬性约束，需要参考 Anchor 时，转为 Mode Queries 在 Attention 层做柔性获取。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对比学习能量训练 (Contrastive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采用标准的对比学习机制，分离构建能量判别头：</a:t>
            </a:r>
          </a:p>
          <a:p>
            <a:pPr lvl="1"/>
            <a:r>
              <a:t>正样本 (Positive)：真实 GT 引入速度缩放增广 —— 物理目标：Pull 拉向低能量安全流形。</a:t>
            </a:r>
          </a:p>
          <a:p>
            <a:pPr lvl="1"/>
            <a:r>
              <a:t>负样本 (Negative)：带行为禁止标签的危险 Anchor —— 物理目标：Push 推向高能量区。</a:t>
            </a:r>
          </a:p>
          <a:p>
            <a:pPr lvl="1"/>
            <a:r>
              <a:t>平滑梯度：去掉二分类，改用 SmoothL1 保证能量空间可微。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机制包装：1-Step Denoise + Energy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基于验证集的 L2 Error 极小差距，我们主打：直接利用精准的 1-Step Base 预测。</a:t>
            </a:r>
          </a:p>
          <a:p>
            <a:pPr/>
            <a:r>
              <a:t>迭代式能量重构机制 (Refine &amp; Correct)：</a:t>
            </a:r>
          </a:p>
          <a:p>
            <a:pPr lvl="1"/>
            <a:r>
              <a:t>不需要传统 10步 极高的耗时，拿到单步 Clean 轨迹后，挂载三个独立连续能量头。</a:t>
            </a:r>
          </a:p>
          <a:p>
            <a:pPr lvl="2"/>
            <a:r>
              <a:t>E_collision (防撞) / E_offroad (防越界) / E_target (导航偏离)</a:t>
            </a:r>
          </a:p>
          <a:p>
            <a:pPr lvl="1"/>
            <a:r>
              <a:t>直接抽取能量梯度，对生成轨迹做精准精调修形保证物理安全。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未来展望 (Future Works)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解耦条件控制 (Compositional / Decomposed Conditioning)：</a:t>
            </a:r>
          </a:p>
          <a:p>
            <a:pPr lvl="1"/>
            <a:r>
              <a:t>语言模型提供 Text-Conditioned BEV 指令作为语义透镜。</a:t>
            </a:r>
          </a:p>
          <a:p>
            <a:pPr/>
            <a:r>
              <a:t>差分 Delta 决策树式的局部能量剪枝：</a:t>
            </a:r>
          </a:p>
          <a:p>
            <a:pPr lvl="1"/>
            <a:r>
              <a:t>从大颗粒度绝对轨迹，转入高精细的 Delta 差分空间进行干预。</a:t>
            </a:r>
          </a:p>
          <a:p>
            <a:pPr lvl="1"/>
            <a:r>
              <a:t>让能量在每一次推演 (per-step) 时像决策树剪枝一样，做局部精调和短距代价评估。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